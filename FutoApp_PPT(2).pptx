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9a8bed1d0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9a8bed1d0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99dea08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99dea08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99dea08b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99dea08b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9a8bed1d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b9a8bed1d0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9a8bed1d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b9a8bed1d0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9a8bed1d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b9a8bed1d0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9bb68e7d0_0_0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b9bb68e7d0_0_0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9bb68e7d0_0_5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b9bb68e7d0_0_5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9bb68e7d0_0_12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b9bb68e7d0_0_12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Futó app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18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készítette:</a:t>
            </a:r>
            <a:br>
              <a:rPr lang="hu"/>
            </a:br>
            <a:r>
              <a:rPr lang="hu"/>
              <a:t>Szászfai László</a:t>
            </a:r>
            <a:br>
              <a:rPr lang="hu"/>
            </a:br>
            <a:r>
              <a:rPr lang="hu"/>
              <a:t>Nagy Szabolcs</a:t>
            </a:r>
            <a:br>
              <a:rPr lang="hu"/>
            </a:br>
            <a:r>
              <a:rPr lang="hu"/>
              <a:t>Kéri Attila Márk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Szászfai László része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"/>
              <a:t>mentett adatok megjelenítése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"/>
              <a:t>univerzális sorbarendezése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"/>
              <a:t>testsúly és pulzus változásának igényes megjelenítése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"/>
              <a:t>minimum / maximum keresés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"/>
              <a:t>intuitív CLI felhasználói felület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Edzés kezelő felület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3499500" cy="36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"/>
              <a:t>Intuitív CLI grafikus felület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"/>
              <a:t>Navigálás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"/>
              <a:t>Adatok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u"/>
              <a:t>Szortírozás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5800" y="173225"/>
            <a:ext cx="5247901" cy="294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400" y="2644650"/>
            <a:ext cx="5840975" cy="240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Pulzus és testsúly változása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2943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hu"/>
              <a:t>”Görgethető” adatmegjelenítés a testsúly és pulzus változásának időbeli változásának megtekintéséhez</a:t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3275" y="1152475"/>
            <a:ext cx="5723276" cy="319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hu"/>
              <a:t>Kéri Attila Márk része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∙"/>
            </a:pPr>
            <a:r>
              <a:rPr lang="hu">
                <a:latin typeface="Calibri"/>
                <a:ea typeface="Calibri"/>
                <a:cs typeface="Calibri"/>
                <a:sym typeface="Calibri"/>
              </a:rPr>
              <a:t>JSON fájlok kezelése (adatok betöltése és mentése)</a:t>
            </a:r>
            <a:endParaRPr/>
          </a:p>
          <a:p>
            <a:pPr indent="-247650" lvl="0" marL="25400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∙"/>
            </a:pPr>
            <a:r>
              <a:rPr lang="hu">
                <a:latin typeface="Calibri"/>
                <a:ea typeface="Calibri"/>
                <a:cs typeface="Calibri"/>
                <a:sym typeface="Calibri"/>
              </a:rPr>
              <a:t>Átlagsebesség, Összidő, Elégetett Kalória számolása, Cél elérésének ellenőrzése és számolása</a:t>
            </a:r>
            <a:endParaRPr/>
          </a:p>
          <a:p>
            <a:pPr indent="-247650" lvl="0" marL="25400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∙"/>
            </a:pPr>
            <a:r>
              <a:rPr lang="hu">
                <a:latin typeface="Calibri"/>
                <a:ea typeface="Calibri"/>
                <a:cs typeface="Calibri"/>
                <a:sym typeface="Calibri"/>
              </a:rPr>
              <a:t>Edzési adatok szerkesztése és törlése</a:t>
            </a:r>
            <a:endParaRPr/>
          </a:p>
          <a:p>
            <a:pPr indent="-247650" lvl="0" marL="25400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∙"/>
            </a:pPr>
            <a:r>
              <a:rPr lang="hu">
                <a:latin typeface="Calibri"/>
                <a:ea typeface="Calibri"/>
                <a:cs typeface="Calibri"/>
                <a:sym typeface="Calibri"/>
              </a:rPr>
              <a:t>Biztonságos bekérés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hu"/>
              <a:t>A JSON kezelők</a:t>
            </a:r>
            <a:endParaRPr/>
          </a:p>
        </p:txBody>
      </p:sp>
      <p:pic>
        <p:nvPicPr>
          <p:cNvPr id="94" name="Google Shape;94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2246" y="76590"/>
            <a:ext cx="4214700" cy="222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2246" y="2769005"/>
            <a:ext cx="4214669" cy="229790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 txBox="1"/>
          <p:nvPr/>
        </p:nvSpPr>
        <p:spPr>
          <a:xfrm>
            <a:off x="778775" y="1951657"/>
            <a:ext cx="37932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hu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Beolvasó függvények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hu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Mentő eljárások</a:t>
            </a:r>
            <a:endParaRPr sz="1100"/>
          </a:p>
          <a:p>
            <a:pPr indent="-635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hu"/>
              <a:t>A személyes adatok változása</a:t>
            </a:r>
            <a:endParaRPr/>
          </a:p>
        </p:txBody>
      </p:sp>
      <p:pic>
        <p:nvPicPr>
          <p:cNvPr id="102" name="Google Shape;102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3446" y="1268016"/>
            <a:ext cx="5327700" cy="211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/>
          <p:nvPr/>
        </p:nvSpPr>
        <p:spPr>
          <a:xfrm>
            <a:off x="279436" y="1763837"/>
            <a:ext cx="37932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hu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Tömb lista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hu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[JsonInclude]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471488" y="205383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hu" sz="33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Nagy Szabolcs része</a:t>
            </a:r>
            <a:endParaRPr b="0" sz="33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471488" y="1026914"/>
            <a:ext cx="5915100" cy="24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47650" lvl="0" marL="2540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∙"/>
            </a:pPr>
            <a:r>
              <a:rPr b="0" i="0" lang="h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Teljes Menürendszer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∙"/>
            </a:pPr>
            <a:r>
              <a:rPr b="0" i="0" lang="h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Felhasználó és edzések datai bekérése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∙"/>
            </a:pPr>
            <a:r>
              <a:rPr b="0" i="0" lang="h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Felhasználó adatai szerkesztése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lnSpc>
                <a:spcPct val="107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∙"/>
            </a:pPr>
            <a:r>
              <a:rPr b="0" i="0" lang="h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Átlagsebesség számítása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lnSpc>
                <a:spcPct val="107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∙"/>
            </a:pPr>
            <a:r>
              <a:rPr b="0" i="0" lang="h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Téma beállítások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618570" y="0"/>
            <a:ext cx="788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hu" sz="33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Főmenü</a:t>
            </a:r>
            <a:endParaRPr b="0" sz="33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2"/>
          <p:cNvSpPr/>
          <p:nvPr/>
        </p:nvSpPr>
        <p:spPr>
          <a:xfrm>
            <a:off x="135000" y="1154250"/>
            <a:ext cx="4725000" cy="8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-247650" lvl="0" marL="2540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∙"/>
            </a:pPr>
            <a:r>
              <a:rPr b="0" i="0" lang="hu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Nyilakkal és Tab billentyűvel irányítható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8470" y="1709910"/>
            <a:ext cx="4276530" cy="3420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7620" y="0"/>
            <a:ext cx="4066471" cy="3661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471488" y="205383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hu" sz="33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Konzol Témák</a:t>
            </a:r>
            <a:endParaRPr b="0" sz="33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3"/>
          <p:cNvSpPr/>
          <p:nvPr/>
        </p:nvSpPr>
        <p:spPr>
          <a:xfrm>
            <a:off x="58590" y="1660230"/>
            <a:ext cx="4860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hu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Előre megadott témák közül lehet választani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8590" y="0"/>
            <a:ext cx="2776410" cy="2734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83080" y="1989090"/>
            <a:ext cx="1961010" cy="3154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5000" y="2295000"/>
            <a:ext cx="3151170" cy="197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05000" y="2959200"/>
            <a:ext cx="3250530" cy="203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
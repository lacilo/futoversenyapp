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9a8bed1d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9a8bed1d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9dea08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9dea08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99dea08b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99dea08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9a8bed1d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b9a8bed1d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9a8bed1d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b9a8bed1d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9a8bed1d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9a8bed1d0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Futó app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18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készítette:</a:t>
            </a:r>
            <a:br>
              <a:rPr lang="hu"/>
            </a:br>
            <a:r>
              <a:rPr lang="hu"/>
              <a:t>Szászfai László</a:t>
            </a:r>
            <a:br>
              <a:rPr lang="hu"/>
            </a:br>
            <a:r>
              <a:rPr lang="hu"/>
              <a:t>Nagy Szabolcs</a:t>
            </a:r>
            <a:br>
              <a:rPr lang="hu"/>
            </a:br>
            <a:r>
              <a:rPr lang="hu"/>
              <a:t>Kéri Attila Márk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Szászfai László része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mentett adatok megjelenítése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univerzális sorbarendezése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testsúly és pulzus változásának igényes megjelenítése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minimum / maximum keresés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intuitív CLI felhasználói felület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Edzés kezelő felület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499500" cy="3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Intuitív CLI grafikus felület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Navigálás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Adatok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Szortírozás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5800" y="173225"/>
            <a:ext cx="5247901" cy="294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400" y="2644650"/>
            <a:ext cx="5840975" cy="240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Pulzus és testsúly változása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294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hu"/>
              <a:t>”Görgethető” adatmegjelenítés a testsúly és pulzus változásának időbeli változásának megtekintéséhez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3275" y="1152475"/>
            <a:ext cx="5723276" cy="31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hu"/>
              <a:t>Kéri Attila Márk része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∙"/>
            </a:pPr>
            <a:r>
              <a:rPr lang="hu">
                <a:latin typeface="Calibri"/>
                <a:ea typeface="Calibri"/>
                <a:cs typeface="Calibri"/>
                <a:sym typeface="Calibri"/>
              </a:rPr>
              <a:t>JSON fájlok kezelése (adatok betöltése és mentése)</a:t>
            </a:r>
            <a:endParaRPr/>
          </a:p>
          <a:p>
            <a:pPr indent="-247650" lvl="0" marL="2540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∙"/>
            </a:pPr>
            <a:r>
              <a:rPr lang="hu">
                <a:latin typeface="Calibri"/>
                <a:ea typeface="Calibri"/>
                <a:cs typeface="Calibri"/>
                <a:sym typeface="Calibri"/>
              </a:rPr>
              <a:t>Átlagsebesség, Összidő, Elégetett Kalória számolása, Cél elérésének ellenőrzése és számolása</a:t>
            </a:r>
            <a:endParaRPr/>
          </a:p>
          <a:p>
            <a:pPr indent="-247650" lvl="0" marL="2540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∙"/>
            </a:pPr>
            <a:r>
              <a:rPr lang="hu">
                <a:latin typeface="Calibri"/>
                <a:ea typeface="Calibri"/>
                <a:cs typeface="Calibri"/>
                <a:sym typeface="Calibri"/>
              </a:rPr>
              <a:t>Edzési adatok szerkesztése és törlése</a:t>
            </a:r>
            <a:endParaRPr/>
          </a:p>
          <a:p>
            <a:pPr indent="-247650" lvl="0" marL="2540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∙"/>
            </a:pPr>
            <a:r>
              <a:rPr lang="hu">
                <a:latin typeface="Calibri"/>
                <a:ea typeface="Calibri"/>
                <a:cs typeface="Calibri"/>
                <a:sym typeface="Calibri"/>
              </a:rPr>
              <a:t>Biztonságos bekérés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hu"/>
              <a:t>A JSON kezelők</a:t>
            </a:r>
            <a:endParaRPr/>
          </a:p>
        </p:txBody>
      </p:sp>
      <p:pic>
        <p:nvPicPr>
          <p:cNvPr id="94" name="Google Shape;94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2246" y="76590"/>
            <a:ext cx="4214700" cy="22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2246" y="2769005"/>
            <a:ext cx="4214669" cy="229790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778775" y="1951657"/>
            <a:ext cx="37932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Beolvasó függvények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Mentő eljárások</a:t>
            </a:r>
            <a:endParaRPr sz="1100"/>
          </a:p>
          <a:p>
            <a:pPr indent="-635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hu"/>
              <a:t>A személyes adatok változása</a:t>
            </a:r>
            <a:endParaRPr/>
          </a:p>
        </p:txBody>
      </p:sp>
      <p:pic>
        <p:nvPicPr>
          <p:cNvPr id="102" name="Google Shape;102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3446" y="1268016"/>
            <a:ext cx="5327700" cy="21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279436" y="1763837"/>
            <a:ext cx="3793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Tömb lista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[JsonInclude]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